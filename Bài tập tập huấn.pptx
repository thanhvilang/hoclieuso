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2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75666-7A39-C03B-FEDE-90E701B197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5CF23B-96FB-EFA6-69FD-713AFF539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2DABE-1D7A-6B8B-988F-156AEAE92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E797-CFEC-4B59-A375-875FDA1DA49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109BC-65F3-05C7-5643-E78DD7EF5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38C1D-DFF8-FC56-642F-37C44F23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3FD9-699F-44C8-AA2B-4E1ECD09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233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1B0CD-43E6-1BEF-69D7-087A6247A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F86B2-8242-7059-430A-5CBC681A6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16461-5B75-4BF2-95C9-780BF5052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E797-CFEC-4B59-A375-875FDA1DA49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26241-C361-B6C2-5945-0E5E485B7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02CF1-BF08-59B4-27A2-DCD75E93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3FD9-699F-44C8-AA2B-4E1ECD09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42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4B114-0829-99A4-7F6F-AC5022A40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42677-E53A-186B-A584-7D4FE8626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945A7-AA70-D137-50C5-16ECF5152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E797-CFEC-4B59-A375-875FDA1DA49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0338D-B175-4FA3-8F27-A5C301652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37710-5A6B-03FD-ABD2-B2880DD3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3FD9-699F-44C8-AA2B-4E1ECD09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853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49923-99B3-5240-3730-E90A18B6A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F9256-81D2-D2BE-EAE9-111FBC7E96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F63B7B-83CD-7C5E-9259-64F803410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4D1DC-640A-A4BF-2729-D5F100CD7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E797-CFEC-4B59-A375-875FDA1DA49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26EB7-9EFB-A838-5B6D-DD656A7F9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017F9-DEBA-0743-A9F7-9C904BF6A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3FD9-699F-44C8-AA2B-4E1ECD09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999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D13C5-D465-7A64-125B-54D39B226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5BA68-71E9-9C68-7AFB-244C328EF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79FB9-1B33-FFE2-9423-7BE422C99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60715B-7B1F-EF64-641C-2B54E94D0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B6A2B9-AD22-9E1C-133B-C2CAFCA894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F751B9-5B35-6FE5-DA93-99CAC8689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E797-CFEC-4B59-A375-875FDA1DA49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50E027-8FED-B4E7-C02C-91AF52491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5B6436-AA15-C731-4F1D-5A28E7FEB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3FD9-699F-44C8-AA2B-4E1ECD09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647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9673F-58F7-CF6B-6D55-00C71E08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A67E1D-72A9-A75D-52C0-37DD101D0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E797-CFEC-4B59-A375-875FDA1DA49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BEBEB5-4C49-C889-8F87-9DCE73F1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3AD66-B1F4-7F6D-1A52-BA1985EA9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3FD9-699F-44C8-AA2B-4E1ECD09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24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98C390-6F46-5F10-A7CA-72DFD192A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E797-CFEC-4B59-A375-875FDA1DA49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39E320-28E2-5639-ACCD-18EDC5DB2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69DD4-2198-EF1A-133A-09F13E496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3FD9-699F-44C8-AA2B-4E1ECD09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204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29BBC-7B26-0193-276D-DA6A2C931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A58AE-1128-F346-5E3F-F6830A381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D423EC-902E-0FEF-F5A0-365CB4C18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7D13C-5CB0-4B5A-CBC7-021F0D12C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E797-CFEC-4B59-A375-875FDA1DA49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C3231-7494-3BAB-C12C-8DF09205D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67C1E-CA3F-63CA-4411-917750449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3FD9-699F-44C8-AA2B-4E1ECD09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894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1418D-883D-DCFF-7A10-48E3BAA7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102FF4-1A93-B5D1-CEB7-B680B45A02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1F9FD-CCD1-08FE-53B5-FCFDA70A9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403B2-85D6-7D64-3897-C1468DBAE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E797-CFEC-4B59-A375-875FDA1DA49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682293-EE4B-2F5C-6A9F-9DB96FA34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EBC7E-8655-58CB-9717-448CAFAA7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3FD9-699F-44C8-AA2B-4E1ECD09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62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B4BA4-1887-E6BA-6796-9BAC0D69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608D34-A6D3-22D8-698D-CB1A3351B9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4689B-71D9-2C54-3151-F19F33FBC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E797-CFEC-4B59-A375-875FDA1DA49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78CA2-1E75-5D60-1748-842926D04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0669F-D391-D3AF-5C4B-55525DDE5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3FD9-699F-44C8-AA2B-4E1ECD09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131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8715A6-F236-5F14-364F-B010AC1202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FA108-67F9-0F05-1A7C-119C33C77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82FBA-C83E-7295-BD79-6EFC4B9A1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E797-CFEC-4B59-A375-875FDA1DA49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F8D8D-F250-7305-D659-FD31B4775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12F4E-2F7A-AD96-BC01-BDB60044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3FD9-699F-44C8-AA2B-4E1ECD09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525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DBDA39-E4FB-5DF3-F4F4-E3D6586F0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411AA-55CE-2316-E4C1-F8250F7F2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C0759-340D-955C-345A-AF4306C153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6E797-CFEC-4B59-A375-875FDA1DA49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2DD4E-470C-937C-38BC-F67F4A4198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C6E87-EA19-5A8B-71DB-CD3903C47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833FD9-699F-44C8-AA2B-4E1ECD09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808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18BE035-67BF-88A3-51CD-1D70ABFE03A5}"/>
              </a:ext>
            </a:extLst>
          </p:cNvPr>
          <p:cNvSpPr/>
          <p:nvPr/>
        </p:nvSpPr>
        <p:spPr>
          <a:xfrm>
            <a:off x="160420" y="-1020"/>
            <a:ext cx="12050829" cy="67809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833D784-B3F3-5F2B-120F-E8ADCAB28A0B}"/>
              </a:ext>
            </a:extLst>
          </p:cNvPr>
          <p:cNvSpPr txBox="1">
            <a:spLocks/>
          </p:cNvSpPr>
          <p:nvPr/>
        </p:nvSpPr>
        <p:spPr>
          <a:xfrm>
            <a:off x="1543249" y="1121343"/>
            <a:ext cx="9144000" cy="9566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Bài tập sau tập huấn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B9C5DD-EEE0-15AC-63FD-A02AEB22506E}"/>
              </a:ext>
            </a:extLst>
          </p:cNvPr>
          <p:cNvSpPr/>
          <p:nvPr/>
        </p:nvSpPr>
        <p:spPr>
          <a:xfrm>
            <a:off x="141171" y="0"/>
            <a:ext cx="12050829" cy="67809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29DABE-1D26-8EC5-2A2F-63CE1BE45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56694"/>
          </a:xfrm>
        </p:spPr>
        <p:txBody>
          <a:bodyPr/>
          <a:lstStyle/>
          <a:p>
            <a:r>
              <a:rPr lang="en-US"/>
              <a:t>Bài tập sau tập huấn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02F4E-D2C8-5173-11E5-846648119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6471" y="2035743"/>
            <a:ext cx="9721515" cy="322205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/>
              <a:t>Tạo một demo Giáo trình điện tử theo chuyên ngành của thầy (cô)</a:t>
            </a:r>
          </a:p>
          <a:p>
            <a:pPr algn="just"/>
            <a:r>
              <a:rPr lang="en-US" sz="3200"/>
              <a:t>Yêu cầu: </a:t>
            </a:r>
          </a:p>
          <a:p>
            <a:pPr marL="342900" indent="-342900" algn="just">
              <a:buFontTx/>
              <a:buChar char="-"/>
            </a:pPr>
            <a:r>
              <a:rPr lang="en-US" sz="3200"/>
              <a:t>Có cây thư mục cơ bản</a:t>
            </a:r>
          </a:p>
          <a:p>
            <a:pPr marL="342900" indent="-342900" algn="just">
              <a:buFontTx/>
              <a:buChar char="-"/>
            </a:pPr>
            <a:r>
              <a:rPr lang="en-US" sz="3200"/>
              <a:t>Có nội dung text, 1 số hình ảnh / video 1 mục của 1 chương</a:t>
            </a:r>
          </a:p>
          <a:p>
            <a:pPr marL="342900" indent="-342900" algn="just">
              <a:buFontTx/>
              <a:buChar char="-"/>
            </a:pPr>
            <a:r>
              <a:rPr lang="en-US" sz="3200"/>
              <a:t>Có các câu hỏi tương tác cơ bản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9BA1EE-E9E1-BDCB-E8C5-80271E378582}"/>
              </a:ext>
            </a:extLst>
          </p:cNvPr>
          <p:cNvSpPr/>
          <p:nvPr/>
        </p:nvSpPr>
        <p:spPr>
          <a:xfrm>
            <a:off x="70585" y="-149191"/>
            <a:ext cx="12050829" cy="67809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296F0FD-78B7-1BA8-DC3D-6D3061A49ED8}"/>
              </a:ext>
            </a:extLst>
          </p:cNvPr>
          <p:cNvSpPr txBox="1">
            <a:spLocks/>
          </p:cNvSpPr>
          <p:nvPr/>
        </p:nvSpPr>
        <p:spPr>
          <a:xfrm>
            <a:off x="1453414" y="973172"/>
            <a:ext cx="9144000" cy="9566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Bài tập sau tập huấn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0AF9040-3A34-6159-82FB-E5AC7A0C5B9F}"/>
              </a:ext>
            </a:extLst>
          </p:cNvPr>
          <p:cNvSpPr txBox="1">
            <a:spLocks/>
          </p:cNvSpPr>
          <p:nvPr/>
        </p:nvSpPr>
        <p:spPr>
          <a:xfrm>
            <a:off x="1175885" y="1886552"/>
            <a:ext cx="9721515" cy="32220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/>
              <a:t>Tạo một demo Giáo trình điện tử theo chuyên ngành của thầy (cô)</a:t>
            </a:r>
          </a:p>
          <a:p>
            <a:pPr algn="just"/>
            <a:r>
              <a:rPr lang="en-US" sz="3200"/>
              <a:t>Yêu cầu: </a:t>
            </a:r>
          </a:p>
          <a:p>
            <a:pPr marL="342900" indent="-342900" algn="just">
              <a:buFontTx/>
              <a:buChar char="-"/>
            </a:pPr>
            <a:r>
              <a:rPr lang="en-US" sz="3200"/>
              <a:t>Có cây thư mục cơ bản</a:t>
            </a:r>
          </a:p>
          <a:p>
            <a:pPr marL="342900" indent="-342900" algn="just">
              <a:buFontTx/>
              <a:buChar char="-"/>
            </a:pPr>
            <a:r>
              <a:rPr lang="en-US" sz="3200"/>
              <a:t>Có nội dung text, 1 số hình ảnh / video 1 mục của 1 chương</a:t>
            </a:r>
          </a:p>
          <a:p>
            <a:pPr marL="342900" indent="-342900" algn="just">
              <a:buFontTx/>
              <a:buChar char="-"/>
            </a:pPr>
            <a:r>
              <a:rPr lang="en-US" sz="3200"/>
              <a:t>Có các câu hỏi tương tác cơ bản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F08184-43D8-5998-3B62-365B37152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450" y="290068"/>
            <a:ext cx="12065030" cy="679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19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111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Bài tập sau tập huấn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Phạm Hoa</dc:creator>
  <cp:lastModifiedBy>Phạm Hoa</cp:lastModifiedBy>
  <cp:revision>1</cp:revision>
  <dcterms:created xsi:type="dcterms:W3CDTF">2026-03-26T06:44:51Z</dcterms:created>
  <dcterms:modified xsi:type="dcterms:W3CDTF">2026-03-26T06:49:35Z</dcterms:modified>
</cp:coreProperties>
</file>